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61-8</a:t>
            </a:r>
          </a:p>
          <a:p>
            <a:pPr>
              <a:defRPr sz="2000"/>
            </a:pPr>
            <a:r>
              <a:t>Epic 61 cleanup: scope-deferred items from 61-1/61-2/61-3/61-7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Small but real gaps remained after four previous cleanup stories shipped — a monitoring alarm that logged warnings nobody could see, an NPC identity register that silently missed entries for characters loaded from old save files, a constant with a misleading name, and a cluster of diagnostic counters that couldn't distinguish between two different failure modes. **Why it matters:** Each gap was harmless in isolation, but together they reduced the team's ability to detect the next expensive runaway before it billed hundreds of dollars — the exact scenario that triggered Epic 61 in the first place.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the game engine as a kitchen with a complicated prep line. Previous stories fixed the big problems: the overstuffed grocery bags going into every order, the missing price-cap alarm, and the inconsistent way cooks decided which ingredients were "in the room." This story handled the punch list left on the whiteboard after those fixes shipped.</a:t>
            </a:r>
            <a:br/>
            <a:br/>
            <a:r>
              <a:t>Specifically:</a:t>
            </a:r>
            <a:br/>
            <a:br/>
            <a:r>
              <a:t>- **The warning nobody could see** — When a key lookup table (the "lore store") goes missing from production, the engine already logs a warning. The problem: that warning goes into a text log file, not the operator dashboard. Now it also fires a real-time dashboard event that operators can actually see.</a:t>
            </a:r>
            <a:br/>
            <a:r>
              <a:t>- **The ghost NPC problem** — Characters loaded from save files made before a June fix could disappear from the engine's identity register during scene transitions. The engine would then forget who they were and improvise a replacement name. Fixed: every character gets a register entry on load, old saves included.</a:t>
            </a:r>
            <a:br/>
            <a:r>
              <a:t>- **The misleading constant name** — A variable called `SOFT_PROMPT_BUDGET_BYTES` sounded like a gentle suggestion. It wasn't — it triggers a hard refusal when a prompt is too large. Renamed to `PROMPT_BUDGET_BYTES_HARD` to match reality. The word "soft" was a lie baked into the codebase since the canary shipped.</a:t>
            </a:r>
            <a:br/>
            <a:r>
              <a:t>- **Diagnostic counters that blurred two failure modes** — The engine tracks how many NPCs get filtered out of the snapshot each turn. Before: all filtered NPCs counted as one bucket. Now: NPCs filtered because they're legitimately off-stage count separately from NPCs filtered because their names were malformed. Operators can now tell the difference.</a:t>
            </a:r>
            <a:br/>
            <a:r>
              <a:t>- **Five type errors in the session helpers** — Static analysis flagged these pre-existing issues. Three were fixed structurally (proper type narrowing), two got annotated with accurate explanations of why a global fix is a bigger project.</a:t>
            </a:r>
            <a:br/>
            <a:r>
              <a:t>- **Eight new regression tests** — Added tests for empty encounter actor lists, a PC with no current room, the new counters, and the dashboard-event wiring.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These fixes were bundled rather than split into individual stories because each item is small, mechanical, and independently testable — no shared state, no shared risk. Splitting them would have generated more ceremony (session files, branch setup, PR overhead) than the fixes themselves warranted. The downshifted workflow (trivial rather than test-driven development) is the right tool for a "clean up the whiteboard" story: one implementer pass, one adversarial review, done.</a:t>
            </a:r>
            <a:br/>
            <a:br/>
            <a:r>
              <a:t>The three-round review cycle (rejected twice, approved on the third pass) is the process working as designed. Round one surfaced three real bugs via a nine-specialist fan-out. Round two fixed all eleven findings, introduced one tiny lint regression. Round three cleared it in one line. That's a tight feedback loop, not a red flag.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| Area | Before | After |</a:t>
            </a:r>
            <a:br/>
            <a:r>
              <a:t>|------|--------|-------|</a:t>
            </a:r>
            <a:br/>
            <a:r>
              <a:t>| **Lore-store alarm** | `logger.warning("narrator_context_missing_lore_store")` — lands in a log file; operators must grep Jaeger to notice it | Same warning + `watcher_hub.publish_event(...)` — fires as a real-time GM-panel dashboard event |</a:t>
            </a:r>
            <a:br/>
            <a:r>
              <a:t>| **NPC identity on old saves** | Characters loaded from pre-Phase-C saves only appeared in `snap.npcs`; the pool register was never seeded on the existing-NPC branch of `_apply_npc`. Off-stage drop silently orphaned them | `_ensure_world_authored_pool_member` called on both branches — new and existing; legacy save shapes now seed the pool correctly |</a:t>
            </a:r>
            <a:br/>
            <a:r>
              <a:t>| **Oversized-prompt constant** | `SOFT_PROMPT_BUDGET_BYTES` (sounds like a soft warning) | `PROMPT_BUDGET_BYTES_HARD` (is a hard refusal) — name matches behavior |</a:t>
            </a:r>
            <a:br/>
            <a:r>
              <a:t>| **Oversized-prompt span attribute** | Action span carried no marker when a prompt was rejected | `refused_oversized=True` attribute on the `orchestrator.process_action` span — per-turn coloring is now possible |</a:t>
            </a:r>
            <a:br/>
            <a:r>
              <a:t>| **NPC drop counters** | All filtered-out NPCs counted under a single `npcs_dropped` bucket — legitimate off-scene drops indistinguishable from malformed-name drops | Two separate counters: `npcs_dropped` (off-scene) and `npcs_unresolvable_name_dropped` (bad data shape) |</a:t>
            </a:r>
            <a:br/>
            <a:r>
              <a:t>| **Encounter bypass signal** | `list_npcs_in_scene` silently fell back to the full roster when `eff` was None — no OTEL attribute to distinguish bypass from genuine filter | `tool.npcs.encounter_bypassed=True` boolean attribute on the span |</a:t>
            </a:r>
            <a:br/>
            <a:r>
              <a:t>| **Regression coverage** | No tests for empty `encounter.actors` list or PC with no `current_room` | Two tests each — both edge cases covered as regression guards |</a:t>
            </a:r>
            <a:br/>
            <a:r>
              <a:t>| **Type errors** | Five pre-existing `reportArgumentType` / `reportAttributeAccessIssue` pyright errors in `session_helpers.py` flagged across four prior stories | Three fixed structurally (isinstance narrowing, explicit None guard); two annotated with accurate `# pyright: ignore[reportArgumentType]` rationale |</a:t>
            </a:r>
            <a:br/>
            <a:r>
              <a:t>| **ADR-098 documentation** | Reference to `SOFT_PROMPT_BUDGET_BYTES` in `docs/adr/098-stateless-narrator-turns.md` was stale | Updated to `PROMPT_BUDGET_BYTES_HARD` with a rename-amendment note |</a:t>
            </a:r>
            <a:br/>
            <a:r>
              <a:t>| **Test count** | 7319 passing at story start | 7327 passing at story close (+8 new tests, 0 failures)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